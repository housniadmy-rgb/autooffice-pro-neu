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</a:rPr>
              <a:t>PraxisOnline24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Production-ready, 12-language SaaS for medical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Ihre Praxis. Online. Rund um die Uhr.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Pre-Revenue Asset for Acquisition  |  www.praxisonline24.com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</a:rPr>
              <a:t>Small practices have no good way to accept bookings 24/7 — and no way to do it cheaply.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>
                <a:solidFill>
                  <a:srgbClr val="333333"/>
                </a:solidFill>
              </a:rPr>
              <a:t>•  Phone-only booking leaves money on the table — patients call competitors when lines are busy.</a:t>
            </a:r>
          </a:p>
          <a:p>
            <a:pPr algn="l">
              <a:lnSpc>
                <a:spcPct val="120000"/>
              </a:lnSpc>
            </a:pPr>
            <a:r>
              <a:rPr sz="1800">
                <a:solidFill>
                  <a:srgbClr val="333333"/>
                </a:solidFill>
              </a:rPr>
              <a:t>•  Cancellations are not automatically refilled, wasting practitioner time.</a:t>
            </a:r>
          </a:p>
          <a:p>
            <a:pPr algn="l">
              <a:lnSpc>
                <a:spcPct val="120000"/>
              </a:lnSpc>
            </a:pPr>
            <a:r>
              <a:rPr sz="1800">
                <a:solidFill>
                  <a:srgbClr val="333333"/>
                </a:solidFill>
              </a:rPr>
              <a:t>•  Generic tools (Calendly + spreadsheets) cannot handle multi-practitioner availability, invoicing, waitlists.</a:t>
            </a:r>
          </a:p>
          <a:p>
            <a:pPr algn="l">
              <a:lnSpc>
                <a:spcPct val="120000"/>
              </a:lnSpc>
            </a:pPr>
            <a:r>
              <a:rPr sz="1800">
                <a:solidFill>
                  <a:srgbClr val="333333"/>
                </a:solidFill>
              </a:rPr>
              <a:t>•  Marketplace incumbents (Doctolib, Jameda) are expensive and force practices into the marketplace they do not control.</a:t>
            </a:r>
          </a:p>
          <a:p>
            <a:pPr algn="l">
              <a:lnSpc>
                <a:spcPct val="120000"/>
              </a:lnSpc>
            </a:pPr>
            <a:r>
              <a:rPr sz="1800">
                <a:solidFill>
                  <a:srgbClr val="333333"/>
                </a:solidFill>
              </a:rPr>
              <a:t>•  Non-English markets are deeply under-served — almost no competitor ships in 12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</a:rPr>
              <a:t>An integrated, white-label-friendly platform — 12 languages, self-hostable, privacy-by-design.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3-step public booking flow with ICS export and one-token cancellation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Multi-practitioner calendar with availability windows + conflict detection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PDF invoicing with VAT + line items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Waitlist with cron-driven auto-offer engine (4h tokens)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Review collection + moderation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AI Practice Manager: 14-section daily dashboard, traffic-light recommendations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12 languages (DE/EN/FR/ES/PT/AR-RTL/RU/ZH/HI/TH/TR/ID)</a:t>
            </a:r>
          </a:p>
          <a:p>
            <a:pPr algn="l">
              <a:lnSpc>
                <a:spcPct val="120000"/>
              </a:lnSpc>
            </a:pPr>
            <a:r>
              <a:rPr sz="1600">
                <a:solidFill>
                  <a:srgbClr val="333333"/>
                </a:solidFill>
              </a:rPr>
              <a:t>•  30-day trial → automatic pause cycle, no manual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 i="1">
                <a:solidFill>
                  <a:srgbClr val="666666"/>
                </a:solidFill>
              </a:rPr>
              <a:t>Owner-operated practice, 3–10 practitioners, &gt;50 appointments/week.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0233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Doctors, therapists, alternative practitioners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Physiotherapy, chiropractic, osteopathy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Veterinary practices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Beauty, wellness, cosmetics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Driving schools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Tax and legal consultancies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Independent coaches and therapists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Budget profile: €300–€1,500/year for booking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Market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18288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GERMANY DOCTOR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91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 i="0">
                <a:solidFill>
                  <a:srgbClr val="1F497D"/>
                </a:solidFill>
              </a:rPr>
              <a:t>~204,000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KBV public registry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474720" cy="18288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EU MEDICAL + PARAMEDICAL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91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 i="0">
                <a:solidFill>
                  <a:srgbClr val="1F497D"/>
                </a:solidFill>
              </a:rPr>
              <a:t>&gt;1,000,000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Eurostat / national chambers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474720" cy="18288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LANGUAGES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32918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 i="0">
                <a:solidFill>
                  <a:srgbClr val="1F497D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291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</a:rPr>
              <a:t>incl. RTL Arabic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 i="0">
                <a:solidFill>
                  <a:srgbClr val="1F497D"/>
                </a:solidFill>
              </a:rPr>
              <a:t>Competitive 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</a:rPr>
              <a:t>•  Doctolib — DACH leader, marketplace play, expensive for the practice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</a:rPr>
              <a:t>•  samedi — feature-rich, enterprise-leaning pricing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</a:rPr>
              <a:t>•  Jameda — review-led; booking is secondary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333333"/>
                </a:solidFill>
              </a:rPr>
              <a:t>•  Calendly + manual workflows — low cost, missing invoicing / waitlist / multi-practitioner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Product — 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2A80D9"/>
                </a:solidFill>
              </a:rPr>
              <a:t>Patient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3-step booking flow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ICS calendar download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Cancel via one-time token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Patient portal lookup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Public review form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Waitlist signup + auto-offer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 i="0">
                <a:solidFill>
                  <a:srgbClr val="2A80D9"/>
                </a:solidFill>
              </a:rPr>
              <a:t>Admin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Calendar (day/week/month) + archive filter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Practitioner CRUD + weekly availability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Invoices with VAT + PDF download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Review moderation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Recipe print log (audit-only)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Activity log (every admin action)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333333"/>
                </a:solidFill>
              </a:rPr>
              <a:t>•  AI Practice Manager (14-section 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554480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Node.js ≥ 18 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54480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Express 4.18 (monolith, 17 modular routes)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38528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938528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SQLite via sql.js — easy backup, single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38528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38528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express-session + bcrypt cost 12 + role-based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22576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322576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Vanilla HTML5 / CSS3 / ES modules — no framework lock-in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22576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22576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pdfkit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06624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Scheduling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706624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node-cron (8 jobs)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06624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06624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nodemailer (SMTP) + Brevo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90672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i18n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090672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12 JSON catalogs, RTL Arabic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090672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Render.com Frankfurt (render.yaml committed)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Front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474720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Cloudflare (TLS + CDN)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74720"/>
            <a:ext cx="192024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 i="0">
                <a:solidFill>
                  <a:srgbClr val="2A80D9"/>
                </a:solidFill>
              </a:rPr>
              <a:t>Backups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474720"/>
            <a:ext cx="3200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Daily SQLite snapshot, 7-day rolling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What Makes This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12 languages, including RTL Arabic — rare in this price band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Self-hostable on a $7/month Render plan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Privacy-by-design data model (no health data ever stored)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30-day auto-anonymisation cron, daily SQLite backup, full audit log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Multi-tenant from day one — practice_id everywhere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AI Practice Manager wired into the admin home (rule engine; LLM-pluggable)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No framework drift risk — vanilla HTML/JS frontend</a:t>
            </a:r>
          </a:p>
          <a:p>
            <a:pPr algn="l">
              <a:lnSpc>
                <a:spcPct val="120000"/>
              </a:lnSpc>
            </a:pPr>
            <a:r>
              <a:rPr sz="1700">
                <a:solidFill>
                  <a:srgbClr val="333333"/>
                </a:solidFill>
              </a:rPr>
              <a:t>•  Brand + domain + Cloudflare zone + render.yaml all included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Project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All numbers counted from the current repo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CODEBASE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~17.2k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0779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JS server 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82880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7.4k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0779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HTML LoC (33 pages)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0779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CSS LoC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82880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I18N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4028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90779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languages, 906 catalog LoC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4515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modular Express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56616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97764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4515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SQL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56616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97764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64515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node-cron jobs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566160"/>
            <a:ext cx="2743200" cy="14630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QA CHECKLIST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77640"/>
            <a:ext cx="26517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 i="0">
                <a:solidFill>
                  <a:srgbClr val="1F497D"/>
                </a:solidFill>
              </a:rPr>
              <a:t>187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645152"/>
            <a:ext cx="2651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</a:rPr>
              <a:t>manual verification 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Recommended Buyer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Days 1–30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 i="0">
                <a:solidFill>
                  <a:srgbClr val="2A80D9"/>
                </a:solidFill>
              </a:rPr>
              <a:t>Stabilize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38328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Wipe test data, rotate secrets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Re-enable Stripe checkout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Add CSP, CSRF, 2FA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Sentry / error tracking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Lawyer review of German legal pages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65760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Days 31–90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 i="0">
                <a:solidFill>
                  <a:srgbClr val="2A80D9"/>
                </a:solidFill>
              </a:rPr>
              <a:t>Harden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43200"/>
            <a:ext cx="338328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Migrate SQLite → PostgreSQL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Replace 'moment' → 'date-fns'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~30 Playwright E2E specs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Native review of RU/ZH/HI/TH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Launch in 1–2 verticals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657600" cy="5486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6576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Months 4–12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 i="0">
                <a:solidFill>
                  <a:srgbClr val="2A80D9"/>
                </a:solidFill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38328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First 50–200 paying practices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Vertical-specific UI variants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Patient mobile app (optional)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Real LLM in AI Practice Manager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333333"/>
                </a:solidFill>
              </a:rPr>
              <a:t>•  Public review aggregator → SEO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600" b="1" i="0">
                <a:solidFill>
                  <a:srgbClr val="1F497D"/>
                </a:solidFill>
              </a:rPr>
              <a:t>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</a:rPr>
              <a:t>Methodology: replacement cost + comparable pre-revenue SaaS sales. Full reasoning in Pricing_Strategy.md.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474720" cy="27432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84248"/>
            <a:ext cx="3474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QUICK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 i="0">
                <a:solidFill>
                  <a:srgbClr val="1F497D"/>
                </a:solidFill>
              </a:rPr>
              <a:t>$8k – $15k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3108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10–15% of replacement cost
As-is, 7-day close, no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474720" cy="27432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920240"/>
            <a:ext cx="3474720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984248"/>
            <a:ext cx="3474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FAIR MARKET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 i="0">
                <a:solidFill>
                  <a:srgbClr val="1F497D"/>
                </a:solidFill>
              </a:rPr>
              <a:t>$18k – $32k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566160"/>
            <a:ext cx="3108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25–35% of replacement cost
List $24,500
4–8 wk close, 30-day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920240"/>
            <a:ext cx="3474720" cy="27432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20240"/>
            <a:ext cx="3474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984248"/>
            <a:ext cx="34747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OPTIMISTIC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1089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 i="0">
                <a:solidFill>
                  <a:srgbClr val="1F497D"/>
                </a:solidFill>
              </a:rPr>
              <a:t>$35k – $55k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566160"/>
            <a:ext cx="31089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40–60% of replacement cost
Strategic buyer (12-lang i18n)
60-day paid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11556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</a:rPr>
              <a:t>Replacement cost (independent estimate): €75k–€120k  /  ~$80k–$130k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</a:rPr>
              <a:t>PraxisOnline24 — Investor Pitch Deck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Ready to make an offer?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All due-diligence materials are in the sale/ folder.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Demo: https://www.praxisonline24.com  |  Listing: see Acquire_Listing.md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Next steps:
1.   Sign NDA  →  read-only repo invite
2.   Walk the Demo_Guide.md  →  27 minutes hands-on
3.   Submit LOI via Acquire.com escrow
4.   ~10 days to full handover incl. domain EPP transfer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PraxisOnline24 — Investor Pitch Deck</dc:title>
  <dc:subject>Pre-Revenue SaaS Asset Acquisition</dc:subject>
  <dc:creator>PraxisOnline24</dc:creator>
  <cp:keywords/>
  <dc:description>generated using python-pptx</dc:description>
  <cp:lastModifiedBy>PraxisOnline24</cp:lastModifiedBy>
  <cp:revision>1</cp:revision>
  <dcterms:created xsi:type="dcterms:W3CDTF">2013-01-27T09:14:16Z</dcterms:created>
  <dcterms:modified xsi:type="dcterms:W3CDTF">2013-01-27T09:15:58Z</dcterms:modified>
  <cp:category/>
</cp:coreProperties>
</file>